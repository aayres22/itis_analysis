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4"/>
  </p:sldMasterIdLst>
  <p:sldIdLst>
    <p:sldId id="256" r:id="rId5"/>
  </p:sldIdLst>
  <p:sldSz cx="8047038" cy="5943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3" autoAdjust="0"/>
    <p:restoredTop sz="94660"/>
  </p:normalViewPr>
  <p:slideViewPr>
    <p:cSldViewPr snapToGrid="0">
      <p:cViewPr>
        <p:scale>
          <a:sx n="61" d="100"/>
          <a:sy n="61" d="100"/>
        </p:scale>
        <p:origin x="2088" y="9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28" y="972715"/>
            <a:ext cx="6839982" cy="2069253"/>
          </a:xfrm>
        </p:spPr>
        <p:txBody>
          <a:bodyPr anchor="b"/>
          <a:lstStyle>
            <a:lvl1pPr algn="ctr"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5880" y="3121766"/>
            <a:ext cx="6035279" cy="1434994"/>
          </a:xfrm>
        </p:spPr>
        <p:txBody>
          <a:bodyPr/>
          <a:lstStyle>
            <a:lvl1pPr marL="0" indent="0" algn="ctr">
              <a:buNone/>
              <a:defRPr sz="2080"/>
            </a:lvl1pPr>
            <a:lvl2pPr marL="396255" indent="0" algn="ctr">
              <a:buNone/>
              <a:defRPr sz="1733"/>
            </a:lvl2pPr>
            <a:lvl3pPr marL="792510" indent="0" algn="ctr">
              <a:buNone/>
              <a:defRPr sz="1560"/>
            </a:lvl3pPr>
            <a:lvl4pPr marL="1188766" indent="0" algn="ctr">
              <a:buNone/>
              <a:defRPr sz="1387"/>
            </a:lvl4pPr>
            <a:lvl5pPr marL="1585021" indent="0" algn="ctr">
              <a:buNone/>
              <a:defRPr sz="1387"/>
            </a:lvl5pPr>
            <a:lvl6pPr marL="1981276" indent="0" algn="ctr">
              <a:buNone/>
              <a:defRPr sz="1387"/>
            </a:lvl6pPr>
            <a:lvl7pPr marL="2377531" indent="0" algn="ctr">
              <a:buNone/>
              <a:defRPr sz="1387"/>
            </a:lvl7pPr>
            <a:lvl8pPr marL="2773787" indent="0" algn="ctr">
              <a:buNone/>
              <a:defRPr sz="1387"/>
            </a:lvl8pPr>
            <a:lvl9pPr marL="3170042" indent="0" algn="ctr">
              <a:buNone/>
              <a:defRPr sz="138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272AF-953C-4C11-B3DC-5C490E733349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40DE7-7E49-44C3-9A0E-99B001421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916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272AF-953C-4C11-B3DC-5C490E733349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40DE7-7E49-44C3-9A0E-99B001421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104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043" y="1481774"/>
            <a:ext cx="6940570" cy="2472372"/>
          </a:xfrm>
        </p:spPr>
        <p:txBody>
          <a:bodyPr anchor="b"/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043" y="3977536"/>
            <a:ext cx="6940570" cy="1300162"/>
          </a:xfrm>
        </p:spPr>
        <p:txBody>
          <a:bodyPr/>
          <a:lstStyle>
            <a:lvl1pPr marL="0" indent="0">
              <a:buNone/>
              <a:defRPr sz="2080">
                <a:solidFill>
                  <a:schemeClr val="tx1">
                    <a:tint val="82000"/>
                  </a:schemeClr>
                </a:solidFill>
              </a:defRPr>
            </a:lvl1pPr>
            <a:lvl2pPr marL="396255" indent="0">
              <a:buNone/>
              <a:defRPr sz="1733">
                <a:solidFill>
                  <a:schemeClr val="tx1">
                    <a:tint val="82000"/>
                  </a:schemeClr>
                </a:solidFill>
              </a:defRPr>
            </a:lvl2pPr>
            <a:lvl3pPr marL="792510" indent="0">
              <a:buNone/>
              <a:defRPr sz="1560">
                <a:solidFill>
                  <a:schemeClr val="tx1">
                    <a:tint val="82000"/>
                  </a:schemeClr>
                </a:solidFill>
              </a:defRPr>
            </a:lvl3pPr>
            <a:lvl4pPr marL="1188766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4pPr>
            <a:lvl5pPr marL="1585021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5pPr>
            <a:lvl6pPr marL="1981276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6pPr>
            <a:lvl7pPr marL="2377531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7pPr>
            <a:lvl8pPr marL="2773787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8pPr>
            <a:lvl9pPr marL="3170042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272AF-953C-4C11-B3DC-5C490E733349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40DE7-7E49-44C3-9A0E-99B001421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090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3234" y="1582208"/>
            <a:ext cx="3419991" cy="3771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73813" y="1582208"/>
            <a:ext cx="3419991" cy="3771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272AF-953C-4C11-B3DC-5C490E733349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40DE7-7E49-44C3-9A0E-99B001421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651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4282" y="316443"/>
            <a:ext cx="6940570" cy="1148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4283" y="1457008"/>
            <a:ext cx="3404274" cy="714057"/>
          </a:xfrm>
        </p:spPr>
        <p:txBody>
          <a:bodyPr anchor="b"/>
          <a:lstStyle>
            <a:lvl1pPr marL="0" indent="0">
              <a:buNone/>
              <a:defRPr sz="2080" b="1"/>
            </a:lvl1pPr>
            <a:lvl2pPr marL="396255" indent="0">
              <a:buNone/>
              <a:defRPr sz="1733" b="1"/>
            </a:lvl2pPr>
            <a:lvl3pPr marL="792510" indent="0">
              <a:buNone/>
              <a:defRPr sz="1560" b="1"/>
            </a:lvl3pPr>
            <a:lvl4pPr marL="1188766" indent="0">
              <a:buNone/>
              <a:defRPr sz="1387" b="1"/>
            </a:lvl4pPr>
            <a:lvl5pPr marL="1585021" indent="0">
              <a:buNone/>
              <a:defRPr sz="1387" b="1"/>
            </a:lvl5pPr>
            <a:lvl6pPr marL="1981276" indent="0">
              <a:buNone/>
              <a:defRPr sz="1387" b="1"/>
            </a:lvl6pPr>
            <a:lvl7pPr marL="2377531" indent="0">
              <a:buNone/>
              <a:defRPr sz="1387" b="1"/>
            </a:lvl7pPr>
            <a:lvl8pPr marL="2773787" indent="0">
              <a:buNone/>
              <a:defRPr sz="1387" b="1"/>
            </a:lvl8pPr>
            <a:lvl9pPr marL="3170042" indent="0">
              <a:buNone/>
              <a:defRPr sz="138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4283" y="2171065"/>
            <a:ext cx="3404274" cy="31933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073814" y="1457008"/>
            <a:ext cx="3421039" cy="714057"/>
          </a:xfrm>
        </p:spPr>
        <p:txBody>
          <a:bodyPr anchor="b"/>
          <a:lstStyle>
            <a:lvl1pPr marL="0" indent="0">
              <a:buNone/>
              <a:defRPr sz="2080" b="1"/>
            </a:lvl1pPr>
            <a:lvl2pPr marL="396255" indent="0">
              <a:buNone/>
              <a:defRPr sz="1733" b="1"/>
            </a:lvl2pPr>
            <a:lvl3pPr marL="792510" indent="0">
              <a:buNone/>
              <a:defRPr sz="1560" b="1"/>
            </a:lvl3pPr>
            <a:lvl4pPr marL="1188766" indent="0">
              <a:buNone/>
              <a:defRPr sz="1387" b="1"/>
            </a:lvl4pPr>
            <a:lvl5pPr marL="1585021" indent="0">
              <a:buNone/>
              <a:defRPr sz="1387" b="1"/>
            </a:lvl5pPr>
            <a:lvl6pPr marL="1981276" indent="0">
              <a:buNone/>
              <a:defRPr sz="1387" b="1"/>
            </a:lvl6pPr>
            <a:lvl7pPr marL="2377531" indent="0">
              <a:buNone/>
              <a:defRPr sz="1387" b="1"/>
            </a:lvl7pPr>
            <a:lvl8pPr marL="2773787" indent="0">
              <a:buNone/>
              <a:defRPr sz="1387" b="1"/>
            </a:lvl8pPr>
            <a:lvl9pPr marL="3170042" indent="0">
              <a:buNone/>
              <a:defRPr sz="138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73814" y="2171065"/>
            <a:ext cx="3421039" cy="31933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272AF-953C-4C11-B3DC-5C490E733349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40DE7-7E49-44C3-9A0E-99B001421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458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272AF-953C-4C11-B3DC-5C490E733349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40DE7-7E49-44C3-9A0E-99B001421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487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272AF-953C-4C11-B3DC-5C490E733349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40DE7-7E49-44C3-9A0E-99B001421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353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4282" y="396240"/>
            <a:ext cx="2595379" cy="1386840"/>
          </a:xfrm>
        </p:spPr>
        <p:txBody>
          <a:bodyPr anchor="b"/>
          <a:lstStyle>
            <a:lvl1pPr>
              <a:defRPr sz="27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1039" y="855770"/>
            <a:ext cx="4073813" cy="4223808"/>
          </a:xfrm>
        </p:spPr>
        <p:txBody>
          <a:bodyPr/>
          <a:lstStyle>
            <a:lvl1pPr>
              <a:defRPr sz="2773"/>
            </a:lvl1pPr>
            <a:lvl2pPr>
              <a:defRPr sz="2427"/>
            </a:lvl2pPr>
            <a:lvl3pPr>
              <a:defRPr sz="208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4282" y="1783080"/>
            <a:ext cx="2595379" cy="3303376"/>
          </a:xfrm>
        </p:spPr>
        <p:txBody>
          <a:bodyPr/>
          <a:lstStyle>
            <a:lvl1pPr marL="0" indent="0">
              <a:buNone/>
              <a:defRPr sz="1387"/>
            </a:lvl1pPr>
            <a:lvl2pPr marL="396255" indent="0">
              <a:buNone/>
              <a:defRPr sz="1213"/>
            </a:lvl2pPr>
            <a:lvl3pPr marL="792510" indent="0">
              <a:buNone/>
              <a:defRPr sz="1040"/>
            </a:lvl3pPr>
            <a:lvl4pPr marL="1188766" indent="0">
              <a:buNone/>
              <a:defRPr sz="867"/>
            </a:lvl4pPr>
            <a:lvl5pPr marL="1585021" indent="0">
              <a:buNone/>
              <a:defRPr sz="867"/>
            </a:lvl5pPr>
            <a:lvl6pPr marL="1981276" indent="0">
              <a:buNone/>
              <a:defRPr sz="867"/>
            </a:lvl6pPr>
            <a:lvl7pPr marL="2377531" indent="0">
              <a:buNone/>
              <a:defRPr sz="867"/>
            </a:lvl7pPr>
            <a:lvl8pPr marL="2773787" indent="0">
              <a:buNone/>
              <a:defRPr sz="867"/>
            </a:lvl8pPr>
            <a:lvl9pPr marL="3170042" indent="0">
              <a:buNone/>
              <a:defRPr sz="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272AF-953C-4C11-B3DC-5C490E733349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40DE7-7E49-44C3-9A0E-99B001421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028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4282" y="396240"/>
            <a:ext cx="2595379" cy="1386840"/>
          </a:xfrm>
        </p:spPr>
        <p:txBody>
          <a:bodyPr anchor="b"/>
          <a:lstStyle>
            <a:lvl1pPr>
              <a:defRPr sz="27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421039" y="855770"/>
            <a:ext cx="4073813" cy="4223808"/>
          </a:xfrm>
        </p:spPr>
        <p:txBody>
          <a:bodyPr anchor="t"/>
          <a:lstStyle>
            <a:lvl1pPr marL="0" indent="0">
              <a:buNone/>
              <a:defRPr sz="2773"/>
            </a:lvl1pPr>
            <a:lvl2pPr marL="396255" indent="0">
              <a:buNone/>
              <a:defRPr sz="2427"/>
            </a:lvl2pPr>
            <a:lvl3pPr marL="792510" indent="0">
              <a:buNone/>
              <a:defRPr sz="2080"/>
            </a:lvl3pPr>
            <a:lvl4pPr marL="1188766" indent="0">
              <a:buNone/>
              <a:defRPr sz="1733"/>
            </a:lvl4pPr>
            <a:lvl5pPr marL="1585021" indent="0">
              <a:buNone/>
              <a:defRPr sz="1733"/>
            </a:lvl5pPr>
            <a:lvl6pPr marL="1981276" indent="0">
              <a:buNone/>
              <a:defRPr sz="1733"/>
            </a:lvl6pPr>
            <a:lvl7pPr marL="2377531" indent="0">
              <a:buNone/>
              <a:defRPr sz="1733"/>
            </a:lvl7pPr>
            <a:lvl8pPr marL="2773787" indent="0">
              <a:buNone/>
              <a:defRPr sz="1733"/>
            </a:lvl8pPr>
            <a:lvl9pPr marL="3170042" indent="0">
              <a:buNone/>
              <a:defRPr sz="17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4282" y="1783080"/>
            <a:ext cx="2595379" cy="3303376"/>
          </a:xfrm>
        </p:spPr>
        <p:txBody>
          <a:bodyPr/>
          <a:lstStyle>
            <a:lvl1pPr marL="0" indent="0">
              <a:buNone/>
              <a:defRPr sz="1387"/>
            </a:lvl1pPr>
            <a:lvl2pPr marL="396255" indent="0">
              <a:buNone/>
              <a:defRPr sz="1213"/>
            </a:lvl2pPr>
            <a:lvl3pPr marL="792510" indent="0">
              <a:buNone/>
              <a:defRPr sz="1040"/>
            </a:lvl3pPr>
            <a:lvl4pPr marL="1188766" indent="0">
              <a:buNone/>
              <a:defRPr sz="867"/>
            </a:lvl4pPr>
            <a:lvl5pPr marL="1585021" indent="0">
              <a:buNone/>
              <a:defRPr sz="867"/>
            </a:lvl5pPr>
            <a:lvl6pPr marL="1981276" indent="0">
              <a:buNone/>
              <a:defRPr sz="867"/>
            </a:lvl6pPr>
            <a:lvl7pPr marL="2377531" indent="0">
              <a:buNone/>
              <a:defRPr sz="867"/>
            </a:lvl7pPr>
            <a:lvl8pPr marL="2773787" indent="0">
              <a:buNone/>
              <a:defRPr sz="867"/>
            </a:lvl8pPr>
            <a:lvl9pPr marL="3170042" indent="0">
              <a:buNone/>
              <a:defRPr sz="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272AF-953C-4C11-B3DC-5C490E733349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40DE7-7E49-44C3-9A0E-99B001421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24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272AF-953C-4C11-B3DC-5C490E733349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40DE7-7E49-44C3-9A0E-99B001421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825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758662" y="316442"/>
            <a:ext cx="1735143" cy="50369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3234" y="316442"/>
            <a:ext cx="5104840" cy="50369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272AF-953C-4C11-B3DC-5C490E733349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40DE7-7E49-44C3-9A0E-99B001421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749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3234" y="316443"/>
            <a:ext cx="6940570" cy="11488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3234" y="1582208"/>
            <a:ext cx="6940570" cy="3771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3234" y="5508838"/>
            <a:ext cx="1810584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D272AF-953C-4C11-B3DC-5C490E733349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65582" y="5508838"/>
            <a:ext cx="2715875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83220" y="5508838"/>
            <a:ext cx="1810584" cy="316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640DE7-7E49-44C3-9A0E-99B001421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795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792510" rtl="0" eaLnBrk="1" latinLnBrk="0" hangingPunct="1">
        <a:lnSpc>
          <a:spcPct val="90000"/>
        </a:lnSpc>
        <a:spcBef>
          <a:spcPct val="0"/>
        </a:spcBef>
        <a:buNone/>
        <a:defRPr sz="381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8128" indent="-198128" algn="l" defTabSz="792510" rtl="0" eaLnBrk="1" latinLnBrk="0" hangingPunct="1">
        <a:lnSpc>
          <a:spcPct val="90000"/>
        </a:lnSpc>
        <a:spcBef>
          <a:spcPts val="867"/>
        </a:spcBef>
        <a:buFont typeface="Arial" panose="020B0604020202020204" pitchFamily="34" charset="0"/>
        <a:buChar char="•"/>
        <a:defRPr sz="2427" kern="1200">
          <a:solidFill>
            <a:schemeClr val="tx1"/>
          </a:solidFill>
          <a:latin typeface="+mn-lt"/>
          <a:ea typeface="+mn-ea"/>
          <a:cs typeface="+mn-cs"/>
        </a:defRPr>
      </a:lvl1pPr>
      <a:lvl2pPr marL="594383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2080" kern="1200">
          <a:solidFill>
            <a:schemeClr val="tx1"/>
          </a:solidFill>
          <a:latin typeface="+mn-lt"/>
          <a:ea typeface="+mn-ea"/>
          <a:cs typeface="+mn-cs"/>
        </a:defRPr>
      </a:lvl2pPr>
      <a:lvl3pPr marL="990638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733" kern="1200">
          <a:solidFill>
            <a:schemeClr val="tx1"/>
          </a:solidFill>
          <a:latin typeface="+mn-lt"/>
          <a:ea typeface="+mn-ea"/>
          <a:cs typeface="+mn-cs"/>
        </a:defRPr>
      </a:lvl3pPr>
      <a:lvl4pPr marL="1386893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4pPr>
      <a:lvl5pPr marL="1783149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5pPr>
      <a:lvl6pPr marL="2179404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6pPr>
      <a:lvl7pPr marL="2575659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7pPr>
      <a:lvl8pPr marL="2971914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8pPr>
      <a:lvl9pPr marL="3368170" indent="-198128" algn="l" defTabSz="792510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1pPr>
      <a:lvl2pPr marL="396255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2pPr>
      <a:lvl3pPr marL="792510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66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4pPr>
      <a:lvl5pPr marL="1585021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5pPr>
      <a:lvl6pPr marL="1981276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6pPr>
      <a:lvl7pPr marL="2377531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7pPr>
      <a:lvl8pPr marL="2773787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8pPr>
      <a:lvl9pPr marL="3170042" algn="l" defTabSz="792510" rtl="0" eaLnBrk="1" latinLnBrk="0" hangingPunct="1">
        <a:defRPr sz="1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FC82E216-0752-E526-E1BD-767594D2E8BC}"/>
              </a:ext>
            </a:extLst>
          </p:cNvPr>
          <p:cNvSpPr/>
          <p:nvPr/>
        </p:nvSpPr>
        <p:spPr>
          <a:xfrm>
            <a:off x="3496977" y="51434"/>
            <a:ext cx="2017644" cy="508883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Arc 78">
            <a:extLst>
              <a:ext uri="{FF2B5EF4-FFF2-40B4-BE49-F238E27FC236}">
                <a16:creationId xmlns:a16="http://schemas.microsoft.com/office/drawing/2014/main" id="{8FA14A52-9A7C-CE48-651C-027ACDF181F5}"/>
              </a:ext>
            </a:extLst>
          </p:cNvPr>
          <p:cNvSpPr/>
          <p:nvPr/>
        </p:nvSpPr>
        <p:spPr>
          <a:xfrm>
            <a:off x="3019697" y="1990058"/>
            <a:ext cx="1200751" cy="762595"/>
          </a:xfrm>
          <a:prstGeom prst="arc">
            <a:avLst>
              <a:gd name="adj1" fmla="val 12159977"/>
              <a:gd name="adj2" fmla="val 19862834"/>
            </a:avLst>
          </a:prstGeom>
          <a:ln w="381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Arc 84">
            <a:extLst>
              <a:ext uri="{FF2B5EF4-FFF2-40B4-BE49-F238E27FC236}">
                <a16:creationId xmlns:a16="http://schemas.microsoft.com/office/drawing/2014/main" id="{1B0F06CD-2CC9-2920-8995-485CC556B3D4}"/>
              </a:ext>
            </a:extLst>
          </p:cNvPr>
          <p:cNvSpPr/>
          <p:nvPr/>
        </p:nvSpPr>
        <p:spPr>
          <a:xfrm rot="10800000">
            <a:off x="3002937" y="2371858"/>
            <a:ext cx="1200751" cy="762595"/>
          </a:xfrm>
          <a:prstGeom prst="arc">
            <a:avLst>
              <a:gd name="adj1" fmla="val 12159977"/>
              <a:gd name="adj2" fmla="val 19862834"/>
            </a:avLst>
          </a:prstGeom>
          <a:ln w="381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007BF5D-78C7-4D91-2B0C-286BAB97504D}"/>
              </a:ext>
            </a:extLst>
          </p:cNvPr>
          <p:cNvSpPr/>
          <p:nvPr/>
        </p:nvSpPr>
        <p:spPr>
          <a:xfrm>
            <a:off x="5709521" y="51434"/>
            <a:ext cx="2017644" cy="508883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6117030-88CA-0C0D-F0AC-1E597177CA56}"/>
              </a:ext>
            </a:extLst>
          </p:cNvPr>
          <p:cNvSpPr/>
          <p:nvPr/>
        </p:nvSpPr>
        <p:spPr>
          <a:xfrm>
            <a:off x="6027451" y="3850342"/>
            <a:ext cx="1329071" cy="10632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A16039F-261D-BD80-5BC6-A99CFCFF6DD1}"/>
              </a:ext>
            </a:extLst>
          </p:cNvPr>
          <p:cNvSpPr/>
          <p:nvPr/>
        </p:nvSpPr>
        <p:spPr>
          <a:xfrm>
            <a:off x="170503" y="2017528"/>
            <a:ext cx="1329071" cy="10632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E959565-B138-6AED-EF1B-C576E0814B5F}"/>
              </a:ext>
            </a:extLst>
          </p:cNvPr>
          <p:cNvSpPr/>
          <p:nvPr/>
        </p:nvSpPr>
        <p:spPr>
          <a:xfrm>
            <a:off x="2020569" y="2017528"/>
            <a:ext cx="1329071" cy="10632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32F5262-6BD1-5D6A-2ABF-E78AF78ED569}"/>
              </a:ext>
            </a:extLst>
          </p:cNvPr>
          <p:cNvSpPr/>
          <p:nvPr/>
        </p:nvSpPr>
        <p:spPr>
          <a:xfrm>
            <a:off x="3882600" y="276445"/>
            <a:ext cx="1329071" cy="10632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1C705C4-0400-68BB-3543-2859F26BB3F5}"/>
              </a:ext>
            </a:extLst>
          </p:cNvPr>
          <p:cNvSpPr/>
          <p:nvPr/>
        </p:nvSpPr>
        <p:spPr>
          <a:xfrm>
            <a:off x="3870637" y="2017528"/>
            <a:ext cx="1329071" cy="10632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0CC5430-6D67-88F2-708E-F1CE4EBF7313}"/>
              </a:ext>
            </a:extLst>
          </p:cNvPr>
          <p:cNvSpPr/>
          <p:nvPr/>
        </p:nvSpPr>
        <p:spPr>
          <a:xfrm>
            <a:off x="3870637" y="3758609"/>
            <a:ext cx="1329071" cy="10632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B7FDDE5-39BD-A9BE-6941-F77E3BA79B45}"/>
              </a:ext>
            </a:extLst>
          </p:cNvPr>
          <p:cNvSpPr/>
          <p:nvPr/>
        </p:nvSpPr>
        <p:spPr>
          <a:xfrm>
            <a:off x="6027451" y="2047312"/>
            <a:ext cx="1329071" cy="10632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0A4003B-D6E8-F081-32B2-EBE11F3D9DDC}"/>
              </a:ext>
            </a:extLst>
          </p:cNvPr>
          <p:cNvSpPr/>
          <p:nvPr/>
        </p:nvSpPr>
        <p:spPr>
          <a:xfrm>
            <a:off x="6018687" y="303440"/>
            <a:ext cx="1329071" cy="106325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68F83103-A30E-C974-FB32-88979D2C4870}"/>
              </a:ext>
            </a:extLst>
          </p:cNvPr>
          <p:cNvSpPr/>
          <p:nvPr/>
        </p:nvSpPr>
        <p:spPr>
          <a:xfrm rot="16200000" flipH="1">
            <a:off x="2404014" y="1911206"/>
            <a:ext cx="4013795" cy="1488559"/>
          </a:xfrm>
          <a:prstGeom prst="arc">
            <a:avLst>
              <a:gd name="adj1" fmla="val 12066917"/>
              <a:gd name="adj2" fmla="val 20237239"/>
            </a:avLst>
          </a:prstGeom>
          <a:ln w="1524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c 31">
            <a:extLst>
              <a:ext uri="{FF2B5EF4-FFF2-40B4-BE49-F238E27FC236}">
                <a16:creationId xmlns:a16="http://schemas.microsoft.com/office/drawing/2014/main" id="{05D524B3-1DD2-D098-B24C-5CD474A9386F}"/>
              </a:ext>
            </a:extLst>
          </p:cNvPr>
          <p:cNvSpPr/>
          <p:nvPr/>
        </p:nvSpPr>
        <p:spPr>
          <a:xfrm rot="16200000" flipH="1">
            <a:off x="2415703" y="1864403"/>
            <a:ext cx="4013795" cy="1488559"/>
          </a:xfrm>
          <a:prstGeom prst="arc">
            <a:avLst>
              <a:gd name="adj1" fmla="val 11778012"/>
              <a:gd name="adj2" fmla="val 20379866"/>
            </a:avLst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2A5C32A9-39E3-073D-C331-EA4A5D25DD35}"/>
              </a:ext>
            </a:extLst>
          </p:cNvPr>
          <p:cNvSpPr/>
          <p:nvPr/>
        </p:nvSpPr>
        <p:spPr>
          <a:xfrm rot="990416" flipV="1">
            <a:off x="4799044" y="1650745"/>
            <a:ext cx="2425879" cy="2494429"/>
          </a:xfrm>
          <a:prstGeom prst="arc">
            <a:avLst>
              <a:gd name="adj1" fmla="val 12192229"/>
              <a:gd name="adj2" fmla="val 17271396"/>
            </a:avLst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Arc 48">
            <a:extLst>
              <a:ext uri="{FF2B5EF4-FFF2-40B4-BE49-F238E27FC236}">
                <a16:creationId xmlns:a16="http://schemas.microsoft.com/office/drawing/2014/main" id="{6758F2F9-A292-6D6E-A437-4EE4420A0AC7}"/>
              </a:ext>
            </a:extLst>
          </p:cNvPr>
          <p:cNvSpPr/>
          <p:nvPr/>
        </p:nvSpPr>
        <p:spPr>
          <a:xfrm rot="5400000">
            <a:off x="4171021" y="1436166"/>
            <a:ext cx="1063256" cy="562843"/>
          </a:xfrm>
          <a:prstGeom prst="arc">
            <a:avLst>
              <a:gd name="adj1" fmla="val 11933106"/>
              <a:gd name="adj2" fmla="val 19409303"/>
            </a:avLst>
          </a:prstGeom>
          <a:ln w="38100">
            <a:solidFill>
              <a:schemeClr val="tx1"/>
            </a:solidFill>
            <a:prstDash val="dash"/>
            <a:headEnd type="none" w="med" len="med"/>
            <a:tailEnd type="diamond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Arc 60">
            <a:extLst>
              <a:ext uri="{FF2B5EF4-FFF2-40B4-BE49-F238E27FC236}">
                <a16:creationId xmlns:a16="http://schemas.microsoft.com/office/drawing/2014/main" id="{7637ABC4-5C6D-8CD2-95D6-A7A9BE87F9B0}"/>
              </a:ext>
            </a:extLst>
          </p:cNvPr>
          <p:cNvSpPr/>
          <p:nvPr/>
        </p:nvSpPr>
        <p:spPr>
          <a:xfrm flipV="1">
            <a:off x="4984077" y="515162"/>
            <a:ext cx="1200751" cy="762595"/>
          </a:xfrm>
          <a:prstGeom prst="arc">
            <a:avLst>
              <a:gd name="adj1" fmla="val 12159977"/>
              <a:gd name="adj2" fmla="val 19756696"/>
            </a:avLst>
          </a:prstGeom>
          <a:ln w="38100">
            <a:solidFill>
              <a:schemeClr val="tx1"/>
            </a:solidFill>
            <a:prstDash val="dash"/>
            <a:headEnd type="none" w="med" len="med"/>
            <a:tailEnd type="diamond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Arc 62">
            <a:extLst>
              <a:ext uri="{FF2B5EF4-FFF2-40B4-BE49-F238E27FC236}">
                <a16:creationId xmlns:a16="http://schemas.microsoft.com/office/drawing/2014/main" id="{3E4A4A93-634A-3A4E-1470-CCF19B2122FA}"/>
              </a:ext>
            </a:extLst>
          </p:cNvPr>
          <p:cNvSpPr/>
          <p:nvPr/>
        </p:nvSpPr>
        <p:spPr>
          <a:xfrm rot="5400000" flipH="1" flipV="1">
            <a:off x="5991925" y="1396009"/>
            <a:ext cx="1063256" cy="562843"/>
          </a:xfrm>
          <a:prstGeom prst="arc">
            <a:avLst>
              <a:gd name="adj1" fmla="val 11933106"/>
              <a:gd name="adj2" fmla="val 19792461"/>
            </a:avLst>
          </a:prstGeom>
          <a:ln w="381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Arc 64">
            <a:extLst>
              <a:ext uri="{FF2B5EF4-FFF2-40B4-BE49-F238E27FC236}">
                <a16:creationId xmlns:a16="http://schemas.microsoft.com/office/drawing/2014/main" id="{5579C881-3C5B-DC56-6761-07CD80945FF8}"/>
              </a:ext>
            </a:extLst>
          </p:cNvPr>
          <p:cNvSpPr/>
          <p:nvPr/>
        </p:nvSpPr>
        <p:spPr>
          <a:xfrm rot="5400000">
            <a:off x="6328862" y="1454394"/>
            <a:ext cx="1063256" cy="562843"/>
          </a:xfrm>
          <a:prstGeom prst="arc">
            <a:avLst>
              <a:gd name="adj1" fmla="val 11933106"/>
              <a:gd name="adj2" fmla="val 19409303"/>
            </a:avLst>
          </a:prstGeom>
          <a:ln w="38100">
            <a:solidFill>
              <a:schemeClr val="tx1"/>
            </a:solidFill>
            <a:prstDash val="dash"/>
            <a:headEnd type="none" w="med" len="med"/>
            <a:tailEnd type="diamond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Arc 66">
            <a:extLst>
              <a:ext uri="{FF2B5EF4-FFF2-40B4-BE49-F238E27FC236}">
                <a16:creationId xmlns:a16="http://schemas.microsoft.com/office/drawing/2014/main" id="{86AABFA1-29B9-E706-8BAA-C21509E3981C}"/>
              </a:ext>
            </a:extLst>
          </p:cNvPr>
          <p:cNvSpPr/>
          <p:nvPr/>
        </p:nvSpPr>
        <p:spPr>
          <a:xfrm rot="5400000" flipH="1" flipV="1">
            <a:off x="6075509" y="3168190"/>
            <a:ext cx="1063256" cy="562843"/>
          </a:xfrm>
          <a:prstGeom prst="arc">
            <a:avLst>
              <a:gd name="adj1" fmla="val 11933106"/>
              <a:gd name="adj2" fmla="val 19792461"/>
            </a:avLst>
          </a:prstGeom>
          <a:ln w="381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Arc 68">
            <a:extLst>
              <a:ext uri="{FF2B5EF4-FFF2-40B4-BE49-F238E27FC236}">
                <a16:creationId xmlns:a16="http://schemas.microsoft.com/office/drawing/2014/main" id="{94EFFA47-99B9-05F9-FD7A-9212E4B4433D}"/>
              </a:ext>
            </a:extLst>
          </p:cNvPr>
          <p:cNvSpPr/>
          <p:nvPr/>
        </p:nvSpPr>
        <p:spPr>
          <a:xfrm flipH="1">
            <a:off x="5009601" y="398894"/>
            <a:ext cx="1200751" cy="762595"/>
          </a:xfrm>
          <a:prstGeom prst="arc">
            <a:avLst>
              <a:gd name="adj1" fmla="val 12159977"/>
              <a:gd name="adj2" fmla="val 19862834"/>
            </a:avLst>
          </a:prstGeom>
          <a:ln w="381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2BBD326B-BD35-AD5F-BE1B-93555900BBD3}"/>
              </a:ext>
            </a:extLst>
          </p:cNvPr>
          <p:cNvSpPr/>
          <p:nvPr/>
        </p:nvSpPr>
        <p:spPr>
          <a:xfrm rot="5400000">
            <a:off x="4811422" y="1911206"/>
            <a:ext cx="4013795" cy="1488559"/>
          </a:xfrm>
          <a:prstGeom prst="arc">
            <a:avLst>
              <a:gd name="adj1" fmla="val 11778012"/>
              <a:gd name="adj2" fmla="val 20320643"/>
            </a:avLst>
          </a:prstGeom>
          <a:ln w="38100">
            <a:solidFill>
              <a:schemeClr val="tx1"/>
            </a:solidFill>
            <a:prstDash val="dash"/>
            <a:headEnd type="none" w="med" len="med"/>
            <a:tailEnd type="diamond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Arc 74">
            <a:extLst>
              <a:ext uri="{FF2B5EF4-FFF2-40B4-BE49-F238E27FC236}">
                <a16:creationId xmlns:a16="http://schemas.microsoft.com/office/drawing/2014/main" id="{C8A89688-4846-6A1C-A570-85C293D93180}"/>
              </a:ext>
            </a:extLst>
          </p:cNvPr>
          <p:cNvSpPr/>
          <p:nvPr/>
        </p:nvSpPr>
        <p:spPr>
          <a:xfrm>
            <a:off x="5041543" y="2145938"/>
            <a:ext cx="1200751" cy="762595"/>
          </a:xfrm>
          <a:prstGeom prst="arc">
            <a:avLst>
              <a:gd name="adj1" fmla="val 12159977"/>
              <a:gd name="adj2" fmla="val 19862834"/>
            </a:avLst>
          </a:prstGeom>
          <a:ln w="381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Arc 76">
            <a:extLst>
              <a:ext uri="{FF2B5EF4-FFF2-40B4-BE49-F238E27FC236}">
                <a16:creationId xmlns:a16="http://schemas.microsoft.com/office/drawing/2014/main" id="{718F3186-C0AA-8F5F-D108-C4D368F85CD1}"/>
              </a:ext>
            </a:extLst>
          </p:cNvPr>
          <p:cNvSpPr/>
          <p:nvPr/>
        </p:nvSpPr>
        <p:spPr>
          <a:xfrm rot="990416" flipV="1">
            <a:off x="2564109" y="1597490"/>
            <a:ext cx="2884101" cy="2921659"/>
          </a:xfrm>
          <a:prstGeom prst="arc">
            <a:avLst>
              <a:gd name="adj1" fmla="val 12127093"/>
              <a:gd name="adj2" fmla="val 17066655"/>
            </a:avLst>
          </a:prstGeom>
          <a:ln w="38100">
            <a:solidFill>
              <a:schemeClr val="tx1"/>
            </a:solidFill>
            <a:prstDash val="dash"/>
            <a:headEnd type="diamond" w="lg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Arc 80">
            <a:extLst>
              <a:ext uri="{FF2B5EF4-FFF2-40B4-BE49-F238E27FC236}">
                <a16:creationId xmlns:a16="http://schemas.microsoft.com/office/drawing/2014/main" id="{657E3E10-1CE9-D83B-0ADF-00CB97784E78}"/>
              </a:ext>
            </a:extLst>
          </p:cNvPr>
          <p:cNvSpPr/>
          <p:nvPr/>
        </p:nvSpPr>
        <p:spPr>
          <a:xfrm flipH="1" flipV="1">
            <a:off x="1189837" y="2403350"/>
            <a:ext cx="1200751" cy="762595"/>
          </a:xfrm>
          <a:prstGeom prst="arc">
            <a:avLst>
              <a:gd name="adj1" fmla="val 12159977"/>
              <a:gd name="adj2" fmla="val 19862834"/>
            </a:avLst>
          </a:prstGeom>
          <a:ln w="38100">
            <a:solidFill>
              <a:schemeClr val="tx1"/>
            </a:solidFill>
            <a:prstDash val="dash"/>
            <a:headEnd type="none" w="med" len="med"/>
            <a:tailEnd type="diamond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Arc 82">
            <a:extLst>
              <a:ext uri="{FF2B5EF4-FFF2-40B4-BE49-F238E27FC236}">
                <a16:creationId xmlns:a16="http://schemas.microsoft.com/office/drawing/2014/main" id="{F1F9FD63-113E-92FF-A76E-44153595ED80}"/>
              </a:ext>
            </a:extLst>
          </p:cNvPr>
          <p:cNvSpPr/>
          <p:nvPr/>
        </p:nvSpPr>
        <p:spPr>
          <a:xfrm>
            <a:off x="1173293" y="1986317"/>
            <a:ext cx="1200751" cy="762595"/>
          </a:xfrm>
          <a:prstGeom prst="arc">
            <a:avLst>
              <a:gd name="adj1" fmla="val 12159977"/>
              <a:gd name="adj2" fmla="val 19862834"/>
            </a:avLst>
          </a:prstGeom>
          <a:ln w="381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Arc 92">
            <a:extLst>
              <a:ext uri="{FF2B5EF4-FFF2-40B4-BE49-F238E27FC236}">
                <a16:creationId xmlns:a16="http://schemas.microsoft.com/office/drawing/2014/main" id="{13EF2474-216C-262D-2EE0-2796A95EA311}"/>
              </a:ext>
            </a:extLst>
          </p:cNvPr>
          <p:cNvSpPr/>
          <p:nvPr/>
        </p:nvSpPr>
        <p:spPr>
          <a:xfrm rot="990416" flipV="1">
            <a:off x="2785030" y="1347066"/>
            <a:ext cx="2884101" cy="2921659"/>
          </a:xfrm>
          <a:prstGeom prst="arc">
            <a:avLst>
              <a:gd name="adj1" fmla="val 12477974"/>
              <a:gd name="adj2" fmla="val 16249235"/>
            </a:avLst>
          </a:prstGeom>
          <a:ln w="381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Arc 94">
            <a:extLst>
              <a:ext uri="{FF2B5EF4-FFF2-40B4-BE49-F238E27FC236}">
                <a16:creationId xmlns:a16="http://schemas.microsoft.com/office/drawing/2014/main" id="{1E8F72ED-6580-6388-0321-75DCC5629500}"/>
              </a:ext>
            </a:extLst>
          </p:cNvPr>
          <p:cNvSpPr/>
          <p:nvPr/>
        </p:nvSpPr>
        <p:spPr>
          <a:xfrm rot="20609584">
            <a:off x="2534445" y="668342"/>
            <a:ext cx="2884101" cy="2921659"/>
          </a:xfrm>
          <a:prstGeom prst="arc">
            <a:avLst>
              <a:gd name="adj1" fmla="val 12292937"/>
              <a:gd name="adj2" fmla="val 17066655"/>
            </a:avLst>
          </a:prstGeom>
          <a:ln w="38100">
            <a:solidFill>
              <a:schemeClr val="tx1"/>
            </a:solidFill>
            <a:prstDash val="dash"/>
            <a:headEnd type="diamond" w="lg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Arc 96">
            <a:extLst>
              <a:ext uri="{FF2B5EF4-FFF2-40B4-BE49-F238E27FC236}">
                <a16:creationId xmlns:a16="http://schemas.microsoft.com/office/drawing/2014/main" id="{71CC30CD-CF12-AAA0-94A9-418A18012BBE}"/>
              </a:ext>
            </a:extLst>
          </p:cNvPr>
          <p:cNvSpPr/>
          <p:nvPr/>
        </p:nvSpPr>
        <p:spPr>
          <a:xfrm rot="20609584">
            <a:off x="2818577" y="848190"/>
            <a:ext cx="2884101" cy="2921659"/>
          </a:xfrm>
          <a:prstGeom prst="arc">
            <a:avLst>
              <a:gd name="adj1" fmla="val 12477974"/>
              <a:gd name="adj2" fmla="val 16249235"/>
            </a:avLst>
          </a:prstGeom>
          <a:ln w="381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02B23F6-D1AC-9199-756A-5C5A1290BC90}"/>
              </a:ext>
            </a:extLst>
          </p:cNvPr>
          <p:cNvSpPr/>
          <p:nvPr/>
        </p:nvSpPr>
        <p:spPr>
          <a:xfrm>
            <a:off x="3496983" y="5309766"/>
            <a:ext cx="397503" cy="379863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800C138-18D7-C3BD-3C0F-A88B6FE50C2D}"/>
              </a:ext>
            </a:extLst>
          </p:cNvPr>
          <p:cNvSpPr txBox="1"/>
          <p:nvPr/>
        </p:nvSpPr>
        <p:spPr>
          <a:xfrm>
            <a:off x="3894485" y="5309761"/>
            <a:ext cx="16201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Cytokines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724E8120-5A28-8885-9E4E-35B404170F9C}"/>
              </a:ext>
            </a:extLst>
          </p:cNvPr>
          <p:cNvSpPr/>
          <p:nvPr/>
        </p:nvSpPr>
        <p:spPr>
          <a:xfrm>
            <a:off x="5709525" y="5313078"/>
            <a:ext cx="397503" cy="37986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2614BFA-0C5C-C2A5-1816-3DEA6861C033}"/>
              </a:ext>
            </a:extLst>
          </p:cNvPr>
          <p:cNvSpPr txBox="1"/>
          <p:nvPr/>
        </p:nvSpPr>
        <p:spPr>
          <a:xfrm>
            <a:off x="6107028" y="5235714"/>
            <a:ext cx="1620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HPA-Axis Hormones</a:t>
            </a:r>
          </a:p>
        </p:txBody>
      </p:sp>
    </p:spTree>
    <p:extLst>
      <p:ext uri="{BB962C8B-B14F-4D97-AF65-F5344CB8AC3E}">
        <p14:creationId xmlns:p14="http://schemas.microsoft.com/office/powerpoint/2010/main" val="1163447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D0E95C781F514C8EC04E7E5FC0779D" ma:contentTypeVersion="13" ma:contentTypeDescription="Create a new document." ma:contentTypeScope="" ma:versionID="288b3a593531cdad7ea045130f716ce7">
  <xsd:schema xmlns:xsd="http://www.w3.org/2001/XMLSchema" xmlns:xs="http://www.w3.org/2001/XMLSchema" xmlns:p="http://schemas.microsoft.com/office/2006/metadata/properties" xmlns:ns3="b2f33c43-d11e-4f25-915e-d696b40c9a55" xmlns:ns4="f645284a-b297-4f54-9de5-d02efa856cdf" targetNamespace="http://schemas.microsoft.com/office/2006/metadata/properties" ma:root="true" ma:fieldsID="52ac0a519be7e1f335d5d11c50273cb0" ns3:_="" ns4:_="">
    <xsd:import namespace="b2f33c43-d11e-4f25-915e-d696b40c9a55"/>
    <xsd:import namespace="f645284a-b297-4f54-9de5-d02efa856cd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DateTaken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f33c43-d11e-4f25-915e-d696b40c9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45284a-b297-4f54-9de5-d02efa856cdf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2f33c43-d11e-4f25-915e-d696b40c9a55" xsi:nil="true"/>
  </documentManagement>
</p:properties>
</file>

<file path=customXml/itemProps1.xml><?xml version="1.0" encoding="utf-8"?>
<ds:datastoreItem xmlns:ds="http://schemas.openxmlformats.org/officeDocument/2006/customXml" ds:itemID="{95924CD4-CDFF-442E-BC9F-6A469FF672B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2f33c43-d11e-4f25-915e-d696b40c9a55"/>
    <ds:schemaRef ds:uri="f645284a-b297-4f54-9de5-d02efa856c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DCC2C57-359A-41EA-B049-B721F63840A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0DD57C3-0BF7-4938-9EA4-6CA308141D9A}">
  <ds:schemaRefs>
    <ds:schemaRef ds:uri="b2f33c43-d11e-4f25-915e-d696b40c9a55"/>
    <ds:schemaRef ds:uri="http://purl.org/dc/terms/"/>
    <ds:schemaRef ds:uri="f645284a-b297-4f54-9de5-d02efa856cdf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4334</TotalTime>
  <Words>11</Words>
  <Application>Microsoft Office PowerPoint</Application>
  <PresentationFormat>Custom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Helvetica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Ayres, Aubrey</dc:creator>
  <cp:lastModifiedBy>Ayres, Aubrey</cp:lastModifiedBy>
  <cp:revision>2</cp:revision>
  <dcterms:created xsi:type="dcterms:W3CDTF">2026-07-23T20:02:35Z</dcterms:created>
  <dcterms:modified xsi:type="dcterms:W3CDTF">2026-07-26T20:17:12Z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0x0101005BD0E95C781F514C8EC04E7E5FC0779D</vt:lpwstr>
  </property>
</Properties>
</file>